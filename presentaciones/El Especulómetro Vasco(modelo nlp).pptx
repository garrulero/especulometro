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Poppins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50E5DE-77A5-4E65-9FA3-DFA895683FB9}">
  <a:tblStyle styleId="{D450E5DE-77A5-4E65-9FA3-DFA895683F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oppinsExtraBold-boldItalic.fntdata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581025"/>
            <a:ext cx="499062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B82F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EL ESPECULÓMETRO VASCO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81025" y="581025"/>
            <a:ext cx="7620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81025" y="25336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¿Qué es?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Una herramienta de IA diseñada para auditar anuncios de alquiler turístico en Bilbao, San Sebastián y Vitoria.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38290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El Objetivo: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Desvelar quién está realmente detrás de cada piso: ¿un vecino real o un fondo de inversión camuflado?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51244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Filosofía: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Analizar la "firma psicológica" y la intención del lenguaje comercial, superando los simples datos financieros.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0262"/>
            <a:ext cx="5324475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0262"/>
            <a:ext cx="5324475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523398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Meta: Pasar de la memorización numérica a la interpretación semántica real.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2490787"/>
            <a:ext cx="477059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LA TRAMPA (DATA LEAKAGE)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71550" y="2957512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 incluir precios y datos numéricos, el modelo memorizó un "atajo matemático" fijo. Nos dio un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F1 del 100%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irreal. No predecía, solo repetía patrones de memoria.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2490787"/>
            <a:ext cx="477059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EL PIVOTE RADICAL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2957512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Eliminamos todos los números. Obligamos a la IA a "pensar" leyendo solo texto libre: la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descripción del piso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 la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biografía del dueño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(host_about).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262" y="52911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B82F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EL PROBLEMA: DATOS TRAMPOSOS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62175"/>
            <a:ext cx="532447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2352675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Traductor (MiniLM-L12-v2):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Motor avanzado de HuggingFace que entiende español, inglés y euskera nativamente.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3457575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 Palabras a Geometría: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Convertimos 1.250 anuncios en coordenadas matemáticas (vectores de 384 dimensiones).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4562475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Agrupación: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lenguaje frío de agencia se aleja del tono cercano y hogareño de los vecinos, creando dos polos opuestos en el mapa espacial.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71700"/>
            <a:ext cx="53054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B82F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PASO 1: EL MAPA SEMÁNTICO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6012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86012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86012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9787" y="26717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93908" y="32432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REGRESIÓN LOGÍSTICA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3709987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Actúa como un juez trazando la línea divisoria óptima en el mapa semántico entre lo particular y lo corporativo.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6717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565808" y="32432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EQUIDAD (CLASS WEIGHT)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38675" y="3709987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Ajustamos la IA para juzgar con igualdad, pese a tener más especuladores (187) que particulares (63) en la muestra.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6717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337708" y="32432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MEDICIÓN VIVA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10575" y="3709987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modelo mide en qué lado de la frontera cae cada nuevo anuncio y con qué nivel de certeza o distancia.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B82F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PASO 2: LA FRONTERA INTELIGENTE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71700"/>
            <a:ext cx="1102995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6286500" y="23622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Matriz de Confusión: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286500" y="2857500"/>
            <a:ext cx="5324475" cy="180975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7"/>
          <p:cNvGraphicFramePr/>
          <p:nvPr/>
        </p:nvGraphicFramePr>
        <p:xfrm>
          <a:off x="6286500" y="2857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{D450E5DE-77A5-4E65-9FA3-DFA895683FB9}</a:tableStyleId>
              </a:tblPr>
              <a:tblGrid>
                <a:gridCol w="1946825"/>
                <a:gridCol w="1776275"/>
                <a:gridCol w="1591875"/>
              </a:tblGrid>
              <a:tr h="603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 \ Pred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Particular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Particular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Agencia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7"/>
          <p:cNvSpPr txBox="1"/>
          <p:nvPr/>
        </p:nvSpPr>
        <p:spPr>
          <a:xfrm>
            <a:off x="6286500" y="4857750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Conclusión: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modelo interpreta con éxito la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intención real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las palabras.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B82F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EL VEREDICTO: TEST DE ESTRÉS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